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4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2774" y="29"/>
      </p:cViewPr>
      <p:guideLst>
        <p:guide orient="horz" pos="384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0A5E4-48EB-4892-A2FF-09B7D48C63F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E31E7-52D6-46CE-A8B0-414F6840B2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059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0A5E4-48EB-4892-A2FF-09B7D48C63F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E31E7-52D6-46CE-A8B0-414F6840B2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422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0A5E4-48EB-4892-A2FF-09B7D48C63F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E31E7-52D6-46CE-A8B0-414F6840B2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860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0A5E4-48EB-4892-A2FF-09B7D48C63F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E31E7-52D6-46CE-A8B0-414F6840B2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074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0A5E4-48EB-4892-A2FF-09B7D48C63F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E31E7-52D6-46CE-A8B0-414F6840B2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708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0A5E4-48EB-4892-A2FF-09B7D48C63F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E31E7-52D6-46CE-A8B0-414F6840B2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745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0A5E4-48EB-4892-A2FF-09B7D48C63F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E31E7-52D6-46CE-A8B0-414F6840B2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4604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0A5E4-48EB-4892-A2FF-09B7D48C63F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E31E7-52D6-46CE-A8B0-414F6840B2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129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0A5E4-48EB-4892-A2FF-09B7D48C63F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E31E7-52D6-46CE-A8B0-414F6840B2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726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0A5E4-48EB-4892-A2FF-09B7D48C63F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E31E7-52D6-46CE-A8B0-414F6840B2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90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0A5E4-48EB-4892-A2FF-09B7D48C63F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E31E7-52D6-46CE-A8B0-414F6840B2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8243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A0A5E4-48EB-4892-A2FF-09B7D48C63F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FE31E7-52D6-46CE-A8B0-414F6840B2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449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2" name="Group 271">
            <a:extLst>
              <a:ext uri="{FF2B5EF4-FFF2-40B4-BE49-F238E27FC236}">
                <a16:creationId xmlns:a16="http://schemas.microsoft.com/office/drawing/2014/main" id="{BD46658F-4F93-FE5E-2D3D-3E1771E68773}"/>
              </a:ext>
            </a:extLst>
          </p:cNvPr>
          <p:cNvGrpSpPr/>
          <p:nvPr/>
        </p:nvGrpSpPr>
        <p:grpSpPr>
          <a:xfrm>
            <a:off x="109246" y="101600"/>
            <a:ext cx="6713471" cy="6052031"/>
            <a:chOff x="109246" y="101600"/>
            <a:chExt cx="6713471" cy="6052031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C5794B9B-6238-76FF-A734-99211A938295}"/>
                </a:ext>
              </a:extLst>
            </p:cNvPr>
            <p:cNvCxnSpPr>
              <a:stCxn id="4" idx="2"/>
            </p:cNvCxnSpPr>
            <p:nvPr/>
          </p:nvCxnSpPr>
          <p:spPr>
            <a:xfrm>
              <a:off x="3915372" y="635000"/>
              <a:ext cx="0" cy="60960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56516A82-8068-6492-6403-C560B73AD361}"/>
                </a:ext>
              </a:extLst>
            </p:cNvPr>
            <p:cNvCxnSpPr>
              <a:cxnSpLocks/>
            </p:cNvCxnSpPr>
            <p:nvPr/>
          </p:nvCxnSpPr>
          <p:spPr>
            <a:xfrm>
              <a:off x="539712" y="3124200"/>
              <a:ext cx="3375658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206A2899-28E4-E73D-AFA8-A5B16B322AEC}"/>
                </a:ext>
              </a:extLst>
            </p:cNvPr>
            <p:cNvSpPr/>
            <p:nvPr/>
          </p:nvSpPr>
          <p:spPr>
            <a:xfrm>
              <a:off x="2546312" y="101600"/>
              <a:ext cx="2738120" cy="533400"/>
            </a:xfrm>
            <a:prstGeom prst="roundRect">
              <a:avLst/>
            </a:prstGeom>
            <a:gradFill flip="none" rotWithShape="1">
              <a:gsLst>
                <a:gs pos="0">
                  <a:schemeClr val="accent5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5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5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2700000" scaled="1"/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PARAMETER SPACE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A7F3DDC-00AD-3FA8-AB50-24D23EC5E65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222461" y="1250255"/>
              <a:ext cx="3389669" cy="1657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A6F329DD-6CBE-1A31-BDAB-8EF721EDADAC}"/>
                </a:ext>
              </a:extLst>
            </p:cNvPr>
            <p:cNvCxnSpPr/>
            <p:nvPr/>
          </p:nvCxnSpPr>
          <p:spPr>
            <a:xfrm>
              <a:off x="2228812" y="1244600"/>
              <a:ext cx="0" cy="41656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0818988F-C2AC-7A0A-0D43-15D0DD6DA1F6}"/>
                </a:ext>
              </a:extLst>
            </p:cNvPr>
            <p:cNvCxnSpPr>
              <a:cxnSpLocks/>
            </p:cNvCxnSpPr>
            <p:nvPr/>
          </p:nvCxnSpPr>
          <p:spPr>
            <a:xfrm>
              <a:off x="5610225" y="1259205"/>
              <a:ext cx="0" cy="424815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6906163E-132F-25DD-FCC4-31F398A938F9}"/>
                </a:ext>
              </a:extLst>
            </p:cNvPr>
            <p:cNvSpPr/>
            <p:nvPr/>
          </p:nvSpPr>
          <p:spPr>
            <a:xfrm>
              <a:off x="628611" y="1661160"/>
              <a:ext cx="3286759" cy="965193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LAYER SPECIFIC PARAMETERS</a:t>
              </a:r>
            </a:p>
            <a:p>
              <a:pPr algn="ctr"/>
              <a:r>
                <a:rPr lang="en-US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(Varied for each layer:L1,L2,L3)</a:t>
              </a:r>
            </a:p>
          </p:txBody>
        </p: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5A7D526A-7B3F-7D10-A8E3-0D4B41F15BE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26270" y="2626353"/>
              <a:ext cx="1" cy="497847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11" name="Straight Arrow Connector 110">
              <a:extLst>
                <a:ext uri="{FF2B5EF4-FFF2-40B4-BE49-F238E27FC236}">
                  <a16:creationId xmlns:a16="http://schemas.microsoft.com/office/drawing/2014/main" id="{2396BF84-E423-40BE-2A83-1EC18BC76D24}"/>
                </a:ext>
              </a:extLst>
            </p:cNvPr>
            <p:cNvCxnSpPr/>
            <p:nvPr/>
          </p:nvCxnSpPr>
          <p:spPr>
            <a:xfrm>
              <a:off x="551142" y="3122295"/>
              <a:ext cx="0" cy="41148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12" name="Straight Arrow Connector 111">
              <a:extLst>
                <a:ext uri="{FF2B5EF4-FFF2-40B4-BE49-F238E27FC236}">
                  <a16:creationId xmlns:a16="http://schemas.microsoft.com/office/drawing/2014/main" id="{29A228DE-B7A6-A4DA-E5BB-79FFAFB51640}"/>
                </a:ext>
              </a:extLst>
            </p:cNvPr>
            <p:cNvCxnSpPr/>
            <p:nvPr/>
          </p:nvCxnSpPr>
          <p:spPr>
            <a:xfrm>
              <a:off x="1643088" y="3124200"/>
              <a:ext cx="0" cy="41148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24ECD44B-ECFE-1261-E867-239571AFCC87}"/>
                </a:ext>
              </a:extLst>
            </p:cNvPr>
            <p:cNvCxnSpPr/>
            <p:nvPr/>
          </p:nvCxnSpPr>
          <p:spPr>
            <a:xfrm>
              <a:off x="2764752" y="3124200"/>
              <a:ext cx="0" cy="41148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14" name="Straight Arrow Connector 113">
              <a:extLst>
                <a:ext uri="{FF2B5EF4-FFF2-40B4-BE49-F238E27FC236}">
                  <a16:creationId xmlns:a16="http://schemas.microsoft.com/office/drawing/2014/main" id="{BCF83A22-FFC9-3F55-DBE8-94398EAF622B}"/>
                </a:ext>
              </a:extLst>
            </p:cNvPr>
            <p:cNvCxnSpPr>
              <a:cxnSpLocks/>
            </p:cNvCxnSpPr>
            <p:nvPr/>
          </p:nvCxnSpPr>
          <p:spPr>
            <a:xfrm>
              <a:off x="3903305" y="3122295"/>
              <a:ext cx="0" cy="41148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44" name="Rectangle: Rounded Corners 143">
              <a:extLst>
                <a:ext uri="{FF2B5EF4-FFF2-40B4-BE49-F238E27FC236}">
                  <a16:creationId xmlns:a16="http://schemas.microsoft.com/office/drawing/2014/main" id="{9BE4F27C-4434-95EF-4D6D-F7BB97AE5031}"/>
                </a:ext>
              </a:extLst>
            </p:cNvPr>
            <p:cNvSpPr/>
            <p:nvPr/>
          </p:nvSpPr>
          <p:spPr>
            <a:xfrm>
              <a:off x="2465682" y="3552201"/>
              <a:ext cx="621026" cy="438149"/>
            </a:xfrm>
            <a:prstGeom prst="round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sz="1400" baseline="-25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  <a:p>
              <a:pPr algn="ctr"/>
              <a:r>
                <a:rPr lang="en-US" sz="12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(cm⁻³)</a:t>
              </a:r>
              <a:endParaRPr lang="en-US" sz="1200" baseline="-25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6" name="Rectangle: Rounded Corners 145">
              <a:extLst>
                <a:ext uri="{FF2B5EF4-FFF2-40B4-BE49-F238E27FC236}">
                  <a16:creationId xmlns:a16="http://schemas.microsoft.com/office/drawing/2014/main" id="{722F3480-DD44-2C2C-6237-97D96B1CD0BC}"/>
                </a:ext>
              </a:extLst>
            </p:cNvPr>
            <p:cNvSpPr/>
            <p:nvPr/>
          </p:nvSpPr>
          <p:spPr>
            <a:xfrm>
              <a:off x="3594717" y="3547102"/>
              <a:ext cx="621026" cy="438149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sz="1400" baseline="-25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</a:p>
            <a:p>
              <a:pPr algn="ctr"/>
              <a:r>
                <a:rPr lang="en-US" sz="12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(cm⁻³)</a:t>
              </a:r>
              <a:endParaRPr lang="en-US" sz="1200" baseline="-25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7" name="Rectangle: Rounded Corners 146">
              <a:extLst>
                <a:ext uri="{FF2B5EF4-FFF2-40B4-BE49-F238E27FC236}">
                  <a16:creationId xmlns:a16="http://schemas.microsoft.com/office/drawing/2014/main" id="{0165AE95-BA41-6550-DDA3-5B2D000DA48F}"/>
                </a:ext>
              </a:extLst>
            </p:cNvPr>
            <p:cNvSpPr/>
            <p:nvPr/>
          </p:nvSpPr>
          <p:spPr>
            <a:xfrm>
              <a:off x="1343145" y="3555120"/>
              <a:ext cx="621026" cy="438149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χ</a:t>
              </a:r>
              <a:endParaRPr lang="en-US" sz="1400" baseline="-25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sz="12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(eV)</a:t>
              </a:r>
              <a:endParaRPr lang="en-US" sz="1200" baseline="-25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8" name="Rectangle: Rounded Corners 147">
              <a:extLst>
                <a:ext uri="{FF2B5EF4-FFF2-40B4-BE49-F238E27FC236}">
                  <a16:creationId xmlns:a16="http://schemas.microsoft.com/office/drawing/2014/main" id="{4D1B1719-B642-2863-42F7-8B94129EE77D}"/>
                </a:ext>
              </a:extLst>
            </p:cNvPr>
            <p:cNvSpPr/>
            <p:nvPr/>
          </p:nvSpPr>
          <p:spPr>
            <a:xfrm>
              <a:off x="240629" y="3550296"/>
              <a:ext cx="621026" cy="438149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sz="1400" baseline="-25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</a:p>
            <a:p>
              <a:pPr algn="ctr"/>
              <a:r>
                <a:rPr lang="en-US" sz="1400" baseline="-25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(eV)</a:t>
              </a:r>
            </a:p>
          </p:txBody>
        </p:sp>
        <p:grpSp>
          <p:nvGrpSpPr>
            <p:cNvPr id="130" name="Group 129">
              <a:extLst>
                <a:ext uri="{FF2B5EF4-FFF2-40B4-BE49-F238E27FC236}">
                  <a16:creationId xmlns:a16="http://schemas.microsoft.com/office/drawing/2014/main" id="{819E6AE7-A62D-E21F-AC54-9F30F81E9D92}"/>
                </a:ext>
              </a:extLst>
            </p:cNvPr>
            <p:cNvGrpSpPr>
              <a:grpSpLocks/>
            </p:cNvGrpSpPr>
            <p:nvPr/>
          </p:nvGrpSpPr>
          <p:grpSpPr>
            <a:xfrm>
              <a:off x="109246" y="4265930"/>
              <a:ext cx="850771" cy="1840230"/>
              <a:chOff x="83821" y="4255771"/>
              <a:chExt cx="701092" cy="1840230"/>
            </a:xfrm>
            <a:solidFill>
              <a:schemeClr val="tx2">
                <a:lumMod val="50000"/>
                <a:lumOff val="50000"/>
              </a:schemeClr>
            </a:solidFill>
          </p:grpSpPr>
          <p:sp>
            <p:nvSpPr>
              <p:cNvPr id="119" name="Rectangle: Rounded Corners 118">
                <a:extLst>
                  <a:ext uri="{FF2B5EF4-FFF2-40B4-BE49-F238E27FC236}">
                    <a16:creationId xmlns:a16="http://schemas.microsoft.com/office/drawing/2014/main" id="{3515D045-63C0-CFDF-8B49-285B25542DE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3821" y="4255771"/>
                <a:ext cx="701092" cy="184023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24" name="Straight Connector 123">
                <a:extLst>
                  <a:ext uri="{FF2B5EF4-FFF2-40B4-BE49-F238E27FC236}">
                    <a16:creationId xmlns:a16="http://schemas.microsoft.com/office/drawing/2014/main" id="{D36273E8-3441-5161-D01F-FABF72ABCAC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021" y="4834890"/>
                <a:ext cx="654915" cy="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7" name="Straight Connector 126">
                <a:extLst>
                  <a:ext uri="{FF2B5EF4-FFF2-40B4-BE49-F238E27FC236}">
                    <a16:creationId xmlns:a16="http://schemas.microsoft.com/office/drawing/2014/main" id="{9F4E1789-9964-A0AC-0D67-A3CA26E6B5B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021" y="5436870"/>
                <a:ext cx="654915" cy="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5FB660F9-274E-109D-F518-9E01BC2FC30F}"/>
                </a:ext>
              </a:extLst>
            </p:cNvPr>
            <p:cNvSpPr/>
            <p:nvPr/>
          </p:nvSpPr>
          <p:spPr>
            <a:xfrm>
              <a:off x="133916" y="4859654"/>
              <a:ext cx="794735" cy="53339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L2:</a:t>
              </a:r>
            </a:p>
            <a:p>
              <a:pPr algn="ctr"/>
              <a:r>
                <a:rPr lang="en-US" sz="1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1.30-1.32</a:t>
              </a:r>
            </a:p>
            <a:p>
              <a:pPr algn="ctr"/>
              <a:r>
                <a:rPr lang="en-US" sz="1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(Step:0.01)</a:t>
              </a:r>
            </a:p>
          </p:txBody>
        </p:sp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E3DA1FE4-1333-E7D4-DCC0-61D15938AF25}"/>
                </a:ext>
              </a:extLst>
            </p:cNvPr>
            <p:cNvSpPr/>
            <p:nvPr/>
          </p:nvSpPr>
          <p:spPr>
            <a:xfrm>
              <a:off x="142847" y="5501645"/>
              <a:ext cx="794735" cy="53339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sz="1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sz="1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sz="1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sz="1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sz="1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L3:</a:t>
              </a:r>
            </a:p>
            <a:p>
              <a:pPr algn="ctr"/>
              <a:r>
                <a:rPr lang="en-US" sz="1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1.50-1.70</a:t>
              </a:r>
            </a:p>
            <a:p>
              <a:pPr algn="ctr"/>
              <a:r>
                <a:rPr lang="en-US" sz="1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(Step:3)</a:t>
              </a:r>
            </a:p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/>
            </a:p>
          </p:txBody>
        </p: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5371D837-B4CF-4B2E-D5C8-DE79B0CE76D4}"/>
                </a:ext>
              </a:extLst>
            </p:cNvPr>
            <p:cNvSpPr/>
            <p:nvPr/>
          </p:nvSpPr>
          <p:spPr>
            <a:xfrm>
              <a:off x="135227" y="4359671"/>
              <a:ext cx="794735" cy="53339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sz="1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sz="1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sz="1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sz="1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sz="1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L1:</a:t>
              </a:r>
            </a:p>
            <a:p>
              <a:pPr algn="ctr"/>
              <a:r>
                <a:rPr lang="en-US" sz="1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2.01-2.03</a:t>
              </a:r>
            </a:p>
            <a:p>
              <a:pPr algn="ctr"/>
              <a:r>
                <a:rPr lang="en-US" sz="1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(Step:0.01)</a:t>
              </a:r>
            </a:p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/>
            </a:p>
          </p:txBody>
        </p:sp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9B48931B-FFCF-74BC-C0CB-0ED9271ACA78}"/>
                </a:ext>
              </a:extLst>
            </p:cNvPr>
            <p:cNvGrpSpPr>
              <a:grpSpLocks/>
            </p:cNvGrpSpPr>
            <p:nvPr/>
          </p:nvGrpSpPr>
          <p:grpSpPr>
            <a:xfrm>
              <a:off x="1223973" y="4265930"/>
              <a:ext cx="850771" cy="1840230"/>
              <a:chOff x="83361" y="4255771"/>
              <a:chExt cx="701092" cy="1840230"/>
            </a:xfrm>
            <a:solidFill>
              <a:schemeClr val="tx2">
                <a:lumMod val="50000"/>
                <a:lumOff val="50000"/>
              </a:schemeClr>
            </a:solidFill>
          </p:grpSpPr>
          <p:sp>
            <p:nvSpPr>
              <p:cNvPr id="166" name="Rectangle: Rounded Corners 165">
                <a:extLst>
                  <a:ext uri="{FF2B5EF4-FFF2-40B4-BE49-F238E27FC236}">
                    <a16:creationId xmlns:a16="http://schemas.microsoft.com/office/drawing/2014/main" id="{71FC0A4A-2A52-773F-6779-DE7A864C823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3361" y="4255771"/>
                <a:ext cx="701092" cy="184023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accent1">
                    <a:lumMod val="40000"/>
                    <a:lumOff val="60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67" name="Straight Connector 166">
                <a:extLst>
                  <a:ext uri="{FF2B5EF4-FFF2-40B4-BE49-F238E27FC236}">
                    <a16:creationId xmlns:a16="http://schemas.microsoft.com/office/drawing/2014/main" id="{DA4BC7B1-4BC8-D1AD-0C3C-7612114199D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021" y="4834890"/>
                <a:ext cx="654915" cy="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8" name="Straight Connector 167">
                <a:extLst>
                  <a:ext uri="{FF2B5EF4-FFF2-40B4-BE49-F238E27FC236}">
                    <a16:creationId xmlns:a16="http://schemas.microsoft.com/office/drawing/2014/main" id="{EDDBD529-886C-7DBA-78BA-D50C22772F8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021" y="5436870"/>
                <a:ext cx="654915" cy="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37992970-FC85-CD13-7544-2DA9361DC81C}"/>
                </a:ext>
              </a:extLst>
            </p:cNvPr>
            <p:cNvSpPr/>
            <p:nvPr/>
          </p:nvSpPr>
          <p:spPr>
            <a:xfrm>
              <a:off x="1255240" y="4893066"/>
              <a:ext cx="794735" cy="53339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L2:</a:t>
              </a:r>
            </a:p>
            <a:p>
              <a:pPr algn="ctr"/>
              <a:r>
                <a:rPr lang="en-US" sz="1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4.17-4.19</a:t>
              </a:r>
            </a:p>
            <a:p>
              <a:pPr algn="ctr"/>
              <a:r>
                <a:rPr lang="en-US" sz="1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(Step:3)</a:t>
              </a:r>
            </a:p>
          </p:txBody>
        </p:sp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12176B15-DFA3-2470-3317-9AE182E3A95A}"/>
                </a:ext>
              </a:extLst>
            </p:cNvPr>
            <p:cNvSpPr/>
            <p:nvPr/>
          </p:nvSpPr>
          <p:spPr>
            <a:xfrm>
              <a:off x="1252659" y="5501644"/>
              <a:ext cx="794735" cy="53339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sz="1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sz="1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sz="1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sz="1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sz="1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L3:</a:t>
              </a:r>
            </a:p>
            <a:p>
              <a:pPr algn="ctr"/>
              <a:r>
                <a:rPr lang="en-US" sz="1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4.46-4.48</a:t>
              </a:r>
            </a:p>
            <a:p>
              <a:pPr algn="ctr"/>
              <a:r>
                <a:rPr lang="en-US" sz="1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(Step:3)</a:t>
              </a:r>
            </a:p>
            <a:p>
              <a:pPr algn="ctr"/>
              <a:endParaRPr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/>
            </a:p>
          </p:txBody>
        </p:sp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CBEFB78D-0A66-9716-CFD7-24954884BFC5}"/>
                </a:ext>
              </a:extLst>
            </p:cNvPr>
            <p:cNvSpPr/>
            <p:nvPr/>
          </p:nvSpPr>
          <p:spPr>
            <a:xfrm>
              <a:off x="1251992" y="4332611"/>
              <a:ext cx="794735" cy="53339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sz="1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sz="1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sz="1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sz="1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sz="1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L1:</a:t>
              </a:r>
            </a:p>
            <a:p>
              <a:pPr algn="ctr"/>
              <a:r>
                <a:rPr lang="en-US" sz="1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3.38-3.40</a:t>
              </a:r>
            </a:p>
            <a:p>
              <a:pPr algn="ctr"/>
              <a:r>
                <a:rPr lang="en-US" sz="1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(Step:3)</a:t>
              </a:r>
            </a:p>
            <a:p>
              <a:pPr algn="ctr"/>
              <a:endParaRPr lang="en-US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/>
            </a:p>
          </p:txBody>
        </p:sp>
        <p:grpSp>
          <p:nvGrpSpPr>
            <p:cNvPr id="170" name="Group 169">
              <a:extLst>
                <a:ext uri="{FF2B5EF4-FFF2-40B4-BE49-F238E27FC236}">
                  <a16:creationId xmlns:a16="http://schemas.microsoft.com/office/drawing/2014/main" id="{13E9DBE5-10DB-B6CD-5B79-0BD8F9019B75}"/>
                </a:ext>
              </a:extLst>
            </p:cNvPr>
            <p:cNvGrpSpPr>
              <a:grpSpLocks/>
            </p:cNvGrpSpPr>
            <p:nvPr/>
          </p:nvGrpSpPr>
          <p:grpSpPr>
            <a:xfrm>
              <a:off x="2356878" y="4265930"/>
              <a:ext cx="850771" cy="1840230"/>
              <a:chOff x="83821" y="4255771"/>
              <a:chExt cx="701092" cy="1840230"/>
            </a:xfrm>
            <a:solidFill>
              <a:schemeClr val="tx2">
                <a:lumMod val="50000"/>
                <a:lumOff val="50000"/>
              </a:schemeClr>
            </a:solidFill>
          </p:grpSpPr>
          <p:sp>
            <p:nvSpPr>
              <p:cNvPr id="174" name="Rectangle: Rounded Corners 173">
                <a:extLst>
                  <a:ext uri="{FF2B5EF4-FFF2-40B4-BE49-F238E27FC236}">
                    <a16:creationId xmlns:a16="http://schemas.microsoft.com/office/drawing/2014/main" id="{3CB71976-70FC-E2DE-E52A-166CB80B8E8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3821" y="4255771"/>
                <a:ext cx="701092" cy="184023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bg2">
                    <a:lumMod val="7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75" name="Straight Connector 174">
                <a:extLst>
                  <a:ext uri="{FF2B5EF4-FFF2-40B4-BE49-F238E27FC236}">
                    <a16:creationId xmlns:a16="http://schemas.microsoft.com/office/drawing/2014/main" id="{D0E0605C-398D-326B-EE46-50756A5840C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021" y="4834890"/>
                <a:ext cx="654915" cy="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6" name="Straight Connector 175">
                <a:extLst>
                  <a:ext uri="{FF2B5EF4-FFF2-40B4-BE49-F238E27FC236}">
                    <a16:creationId xmlns:a16="http://schemas.microsoft.com/office/drawing/2014/main" id="{4E90659D-3816-6188-E922-D3513DBF35C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021" y="5436870"/>
                <a:ext cx="654915" cy="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DA582588-14A8-77A6-ADC5-6680BB85FCF3}"/>
                </a:ext>
              </a:extLst>
            </p:cNvPr>
            <p:cNvSpPr/>
            <p:nvPr/>
          </p:nvSpPr>
          <p:spPr>
            <a:xfrm>
              <a:off x="2395480" y="4893444"/>
              <a:ext cx="794735" cy="53339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L2</a:t>
              </a:r>
              <a:r>
                <a:rPr lang="en-US" sz="12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</a:p>
            <a:p>
              <a:pPr algn="ctr"/>
              <a:r>
                <a:rPr lang="en-US" sz="1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r>
                <a:rPr lang="en-US" sz="1000" baseline="30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18</a:t>
              </a:r>
              <a:r>
                <a:rPr lang="en-US" sz="1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-10</a:t>
              </a:r>
              <a:r>
                <a:rPr lang="en-US" sz="1000" baseline="30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20</a:t>
              </a:r>
            </a:p>
            <a:p>
              <a:pPr algn="ctr"/>
              <a:r>
                <a:rPr lang="en-US" sz="1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(Step:3)</a:t>
              </a:r>
            </a:p>
          </p:txBody>
        </p:sp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0E503CCF-EBE9-B607-0E07-9C70BF4C88A0}"/>
                </a:ext>
              </a:extLst>
            </p:cNvPr>
            <p:cNvSpPr/>
            <p:nvPr/>
          </p:nvSpPr>
          <p:spPr>
            <a:xfrm>
              <a:off x="2384894" y="5482725"/>
              <a:ext cx="794735" cy="53339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sz="1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sz="1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sz="1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sz="1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sz="1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L3:</a:t>
              </a:r>
            </a:p>
            <a:p>
              <a:pPr algn="ctr"/>
              <a:r>
                <a:rPr lang="en-US" sz="1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r>
                <a:rPr lang="en-US" sz="1000" baseline="30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16</a:t>
              </a:r>
              <a:r>
                <a:rPr lang="en-US" sz="1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-10</a:t>
              </a:r>
              <a:r>
                <a:rPr lang="en-US" sz="1000" baseline="30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18</a:t>
              </a:r>
            </a:p>
            <a:p>
              <a:pPr algn="ctr"/>
              <a:r>
                <a:rPr lang="en-US" sz="1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(Step:3)</a:t>
              </a:r>
            </a:p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/>
            </a:p>
          </p:txBody>
        </p:sp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781DDFB4-AB30-481E-C6BC-DAADF5C8C310}"/>
                </a:ext>
              </a:extLst>
            </p:cNvPr>
            <p:cNvSpPr/>
            <p:nvPr/>
          </p:nvSpPr>
          <p:spPr>
            <a:xfrm>
              <a:off x="2384339" y="4340231"/>
              <a:ext cx="794735" cy="53339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sz="1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sz="1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sz="1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sz="1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sz="1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L1:</a:t>
              </a:r>
            </a:p>
            <a:p>
              <a:pPr algn="ctr"/>
              <a:r>
                <a:rPr lang="en-US" sz="1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r>
                <a:rPr lang="en-US" sz="1000" baseline="30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18</a:t>
              </a:r>
              <a:r>
                <a:rPr lang="en-US" sz="1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-10</a:t>
              </a:r>
              <a:r>
                <a:rPr lang="en-US" sz="1000" baseline="30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20</a:t>
              </a:r>
            </a:p>
            <a:p>
              <a:pPr algn="ctr"/>
              <a:r>
                <a:rPr lang="en-US" sz="1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(Step:3)</a:t>
              </a:r>
            </a:p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/>
            </a:p>
          </p:txBody>
        </p:sp>
        <p:grpSp>
          <p:nvGrpSpPr>
            <p:cNvPr id="178" name="Group 177">
              <a:extLst>
                <a:ext uri="{FF2B5EF4-FFF2-40B4-BE49-F238E27FC236}">
                  <a16:creationId xmlns:a16="http://schemas.microsoft.com/office/drawing/2014/main" id="{311DD91A-8A20-2283-E554-49B835942CE3}"/>
                </a:ext>
              </a:extLst>
            </p:cNvPr>
            <p:cNvGrpSpPr>
              <a:grpSpLocks/>
            </p:cNvGrpSpPr>
            <p:nvPr/>
          </p:nvGrpSpPr>
          <p:grpSpPr>
            <a:xfrm>
              <a:off x="3454317" y="4265930"/>
              <a:ext cx="850771" cy="1840230"/>
              <a:chOff x="83821" y="4255771"/>
              <a:chExt cx="701092" cy="1840230"/>
            </a:xfrm>
            <a:solidFill>
              <a:schemeClr val="tx2">
                <a:lumMod val="50000"/>
                <a:lumOff val="50000"/>
              </a:schemeClr>
            </a:solidFill>
          </p:grpSpPr>
          <p:sp>
            <p:nvSpPr>
              <p:cNvPr id="182" name="Rectangle: Rounded Corners 181">
                <a:extLst>
                  <a:ext uri="{FF2B5EF4-FFF2-40B4-BE49-F238E27FC236}">
                    <a16:creationId xmlns:a16="http://schemas.microsoft.com/office/drawing/2014/main" id="{1AC31DE7-03CA-C4EE-E818-896A31EF118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3821" y="4255771"/>
                <a:ext cx="701092" cy="184023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accent5">
                    <a:lumMod val="40000"/>
                    <a:lumOff val="60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83" name="Straight Connector 182">
                <a:extLst>
                  <a:ext uri="{FF2B5EF4-FFF2-40B4-BE49-F238E27FC236}">
                    <a16:creationId xmlns:a16="http://schemas.microsoft.com/office/drawing/2014/main" id="{AF4ABF85-597E-E765-248A-D593DE2BA10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021" y="4834890"/>
                <a:ext cx="654915" cy="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4" name="Straight Connector 183">
                <a:extLst>
                  <a:ext uri="{FF2B5EF4-FFF2-40B4-BE49-F238E27FC236}">
                    <a16:creationId xmlns:a16="http://schemas.microsoft.com/office/drawing/2014/main" id="{07DE87FE-4906-7656-F980-3789C8FCE8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021" y="5436870"/>
                <a:ext cx="654915" cy="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79" name="Rectangle 178">
              <a:extLst>
                <a:ext uri="{FF2B5EF4-FFF2-40B4-BE49-F238E27FC236}">
                  <a16:creationId xmlns:a16="http://schemas.microsoft.com/office/drawing/2014/main" id="{4EF954B6-C291-5A90-C511-13423E3BBF65}"/>
                </a:ext>
              </a:extLst>
            </p:cNvPr>
            <p:cNvSpPr/>
            <p:nvPr/>
          </p:nvSpPr>
          <p:spPr>
            <a:xfrm>
              <a:off x="3495915" y="4845049"/>
              <a:ext cx="794735" cy="53339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L2:</a:t>
              </a:r>
            </a:p>
            <a:p>
              <a:pPr algn="ctr"/>
              <a:r>
                <a:rPr lang="en-US" sz="1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r>
                <a:rPr lang="en-US" sz="1000" baseline="30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18</a:t>
              </a:r>
              <a:r>
                <a:rPr lang="en-US" sz="1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-10</a:t>
              </a:r>
              <a:r>
                <a:rPr lang="en-US" sz="1000" baseline="30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20</a:t>
              </a:r>
            </a:p>
            <a:p>
              <a:pPr algn="ctr"/>
              <a:r>
                <a:rPr lang="en-US" sz="1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(Step:3)</a:t>
              </a:r>
            </a:p>
          </p:txBody>
        </p:sp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574689A8-5520-3ADD-0A87-2CFE43670989}"/>
                </a:ext>
              </a:extLst>
            </p:cNvPr>
            <p:cNvSpPr/>
            <p:nvPr/>
          </p:nvSpPr>
          <p:spPr>
            <a:xfrm>
              <a:off x="3482333" y="5482725"/>
              <a:ext cx="794735" cy="53339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sz="1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sz="1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sz="1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sz="1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sz="1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L3:</a:t>
              </a:r>
            </a:p>
            <a:p>
              <a:pPr algn="ctr"/>
              <a:r>
                <a:rPr lang="en-US" sz="1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r>
                <a:rPr lang="en-US" sz="1000" baseline="30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16</a:t>
              </a:r>
              <a:r>
                <a:rPr lang="en-US" sz="1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-10</a:t>
              </a:r>
              <a:r>
                <a:rPr lang="en-US" sz="1000" baseline="30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20</a:t>
              </a:r>
              <a:endParaRPr lang="en-US" sz="1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sz="1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(Step:3)</a:t>
              </a:r>
            </a:p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/>
            </a:p>
          </p:txBody>
        </p:sp>
        <p:sp>
          <p:nvSpPr>
            <p:cNvPr id="181" name="Rectangle 180">
              <a:extLst>
                <a:ext uri="{FF2B5EF4-FFF2-40B4-BE49-F238E27FC236}">
                  <a16:creationId xmlns:a16="http://schemas.microsoft.com/office/drawing/2014/main" id="{030890DB-F5A3-E0B9-0604-242D9FCA32F8}"/>
                </a:ext>
              </a:extLst>
            </p:cNvPr>
            <p:cNvSpPr/>
            <p:nvPr/>
          </p:nvSpPr>
          <p:spPr>
            <a:xfrm>
              <a:off x="3481778" y="4340231"/>
              <a:ext cx="794735" cy="53339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sz="1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sz="1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sz="1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sz="1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sz="1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L1:</a:t>
              </a:r>
            </a:p>
            <a:p>
              <a:pPr algn="ctr"/>
              <a:r>
                <a:rPr lang="en-US" sz="1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r>
                <a:rPr lang="en-US" sz="1000" baseline="30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18</a:t>
              </a:r>
              <a:r>
                <a:rPr lang="en-US" sz="1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-10</a:t>
              </a:r>
              <a:r>
                <a:rPr lang="en-US" sz="1000" baseline="30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20</a:t>
              </a:r>
              <a:endParaRPr lang="en-US" sz="1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sz="1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(Step:3)</a:t>
              </a:r>
            </a:p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/>
            </a:p>
          </p:txBody>
        </p:sp>
        <p:sp>
          <p:nvSpPr>
            <p:cNvPr id="186" name="Rectangle: Rounded Corners 185">
              <a:extLst>
                <a:ext uri="{FF2B5EF4-FFF2-40B4-BE49-F238E27FC236}">
                  <a16:creationId xmlns:a16="http://schemas.microsoft.com/office/drawing/2014/main" id="{C27F0143-285C-A1F3-C533-BE734A1E9310}"/>
                </a:ext>
              </a:extLst>
            </p:cNvPr>
            <p:cNvSpPr/>
            <p:nvPr/>
          </p:nvSpPr>
          <p:spPr>
            <a:xfrm>
              <a:off x="4617719" y="1694175"/>
              <a:ext cx="2004055" cy="932178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GLOBAL PARAMETERS</a:t>
              </a:r>
            </a:p>
            <a:p>
              <a:pPr algn="ctr"/>
              <a:r>
                <a:rPr lang="en-US" sz="1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(Common to all layes)</a:t>
              </a:r>
            </a:p>
          </p:txBody>
        </p:sp>
        <p:grpSp>
          <p:nvGrpSpPr>
            <p:cNvPr id="210" name="Group 209">
              <a:extLst>
                <a:ext uri="{FF2B5EF4-FFF2-40B4-BE49-F238E27FC236}">
                  <a16:creationId xmlns:a16="http://schemas.microsoft.com/office/drawing/2014/main" id="{3D8CCF1C-D761-5780-CE4F-2C8CED2F7649}"/>
                </a:ext>
              </a:extLst>
            </p:cNvPr>
            <p:cNvGrpSpPr/>
            <p:nvPr/>
          </p:nvGrpSpPr>
          <p:grpSpPr>
            <a:xfrm>
              <a:off x="4589514" y="2481111"/>
              <a:ext cx="240055" cy="3475049"/>
              <a:chOff x="4685062" y="2313246"/>
              <a:chExt cx="338042" cy="3477640"/>
            </a:xfrm>
          </p:grpSpPr>
          <p:cxnSp>
            <p:nvCxnSpPr>
              <p:cNvPr id="193" name="Straight Connector 192">
                <a:extLst>
                  <a:ext uri="{FF2B5EF4-FFF2-40B4-BE49-F238E27FC236}">
                    <a16:creationId xmlns:a16="http://schemas.microsoft.com/office/drawing/2014/main" id="{09A177A8-C9F9-6A6E-C094-941FE67DB0A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689092" y="2313246"/>
                <a:ext cx="29852" cy="347764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2" name="Straight Arrow Connector 201">
                <a:extLst>
                  <a:ext uri="{FF2B5EF4-FFF2-40B4-BE49-F238E27FC236}">
                    <a16:creationId xmlns:a16="http://schemas.microsoft.com/office/drawing/2014/main" id="{6EB429D6-6881-0733-D15D-DFF97F89424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22724" y="3329940"/>
                <a:ext cx="30038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5" name="Straight Arrow Connector 204">
                <a:extLst>
                  <a:ext uri="{FF2B5EF4-FFF2-40B4-BE49-F238E27FC236}">
                    <a16:creationId xmlns:a16="http://schemas.microsoft.com/office/drawing/2014/main" id="{BAFE1453-C0F0-F527-8CB4-CE174C58EC5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18017" y="4159250"/>
                <a:ext cx="300381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6" name="Straight Arrow Connector 205">
                <a:extLst>
                  <a:ext uri="{FF2B5EF4-FFF2-40B4-BE49-F238E27FC236}">
                    <a16:creationId xmlns:a16="http://schemas.microsoft.com/office/drawing/2014/main" id="{793A69A0-F94D-C365-BE26-5053BA1DF76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85062" y="5778177"/>
                <a:ext cx="300377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9" name="Straight Arrow Connector 208">
                <a:extLst>
                  <a:ext uri="{FF2B5EF4-FFF2-40B4-BE49-F238E27FC236}">
                    <a16:creationId xmlns:a16="http://schemas.microsoft.com/office/drawing/2014/main" id="{0484E66E-AA37-EC93-E8F5-CDD5829D278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90659" y="4998085"/>
                <a:ext cx="300381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227" name="Group 226">
              <a:extLst>
                <a:ext uri="{FF2B5EF4-FFF2-40B4-BE49-F238E27FC236}">
                  <a16:creationId xmlns:a16="http://schemas.microsoft.com/office/drawing/2014/main" id="{E53540C5-DF63-B633-6313-F85FF91A589F}"/>
                </a:ext>
              </a:extLst>
            </p:cNvPr>
            <p:cNvGrpSpPr/>
            <p:nvPr/>
          </p:nvGrpSpPr>
          <p:grpSpPr>
            <a:xfrm>
              <a:off x="4816024" y="3298882"/>
              <a:ext cx="1044809" cy="2854749"/>
              <a:chOff x="4913808" y="3124200"/>
              <a:chExt cx="1076187" cy="2830953"/>
            </a:xfrm>
          </p:grpSpPr>
          <p:sp>
            <p:nvSpPr>
              <p:cNvPr id="211" name="Rectangle: Rounded Corners 210">
                <a:extLst>
                  <a:ext uri="{FF2B5EF4-FFF2-40B4-BE49-F238E27FC236}">
                    <a16:creationId xmlns:a16="http://schemas.microsoft.com/office/drawing/2014/main" id="{18BF25D0-B92F-A76E-BE79-48043BAE09D5}"/>
                  </a:ext>
                </a:extLst>
              </p:cNvPr>
              <p:cNvSpPr/>
              <p:nvPr/>
            </p:nvSpPr>
            <p:spPr>
              <a:xfrm>
                <a:off x="4929505" y="3124200"/>
                <a:ext cx="891541" cy="411463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tx2">
                      <a:lumMod val="10000"/>
                      <a:lumOff val="90000"/>
                      <a:shade val="30000"/>
                      <a:satMod val="115000"/>
                    </a:schemeClr>
                  </a:gs>
                  <a:gs pos="50000">
                    <a:schemeClr val="tx2">
                      <a:lumMod val="10000"/>
                      <a:lumOff val="90000"/>
                      <a:shade val="67500"/>
                      <a:satMod val="115000"/>
                    </a:schemeClr>
                  </a:gs>
                  <a:gs pos="100000">
                    <a:schemeClr val="tx2">
                      <a:lumMod val="10000"/>
                      <a:lumOff val="90000"/>
                      <a:shade val="100000"/>
                      <a:satMod val="115000"/>
                    </a:schemeClr>
                  </a:gs>
                </a:gsLst>
                <a:lin ang="2700000" scaled="1"/>
                <a:tileRect/>
              </a:gra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Thickness</a:t>
                </a:r>
              </a:p>
              <a:p>
                <a:pPr algn="ctr"/>
                <a:r>
                  <a:rPr lang="en-US" sz="12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1200">
                    <a:solidFill>
                      <a:schemeClr val="tx1"/>
                    </a:solidFill>
                  </a:rPr>
                  <a:t>μm)</a:t>
                </a:r>
                <a:endParaRPr lang="en-US" sz="12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12" name="Rectangle: Rounded Corners 211">
                <a:extLst>
                  <a:ext uri="{FF2B5EF4-FFF2-40B4-BE49-F238E27FC236}">
                    <a16:creationId xmlns:a16="http://schemas.microsoft.com/office/drawing/2014/main" id="{DE306862-727C-4B56-9EFA-A47BA5A4CA46}"/>
                  </a:ext>
                </a:extLst>
              </p:cNvPr>
              <p:cNvSpPr/>
              <p:nvPr/>
            </p:nvSpPr>
            <p:spPr>
              <a:xfrm>
                <a:off x="4921658" y="4769628"/>
                <a:ext cx="891541" cy="411463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accent5">
                      <a:lumMod val="60000"/>
                      <a:lumOff val="40000"/>
                      <a:shade val="30000"/>
                      <a:satMod val="115000"/>
                    </a:schemeClr>
                  </a:gs>
                  <a:gs pos="50000">
                    <a:schemeClr val="accent5">
                      <a:lumMod val="60000"/>
                      <a:lumOff val="40000"/>
                      <a:shade val="67500"/>
                      <a:satMod val="115000"/>
                    </a:schemeClr>
                  </a:gs>
                  <a:gs pos="100000">
                    <a:schemeClr val="accent5">
                      <a:lumMod val="60000"/>
                      <a:lumOff val="40000"/>
                      <a:shade val="100000"/>
                      <a:satMod val="115000"/>
                    </a:schemeClr>
                  </a:gs>
                </a:gsLst>
                <a:lin ang="2700000" scaled="1"/>
                <a:tileRect/>
              </a:gra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US" sz="12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sz="1200" baseline="-25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sz="12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/N</a:t>
                </a:r>
                <a:r>
                  <a:rPr lang="en-US" sz="1200" baseline="-25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</a:p>
              <a:p>
                <a:pPr algn="ctr"/>
                <a:r>
                  <a:rPr lang="en-US" sz="12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(cm⁻³)</a:t>
                </a:r>
                <a:endParaRPr lang="en-US" sz="1200" baseline="-25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13" name="Rectangle: Rounded Corners 212">
                <a:extLst>
                  <a:ext uri="{FF2B5EF4-FFF2-40B4-BE49-F238E27FC236}">
                    <a16:creationId xmlns:a16="http://schemas.microsoft.com/office/drawing/2014/main" id="{F5A1D3CF-D97D-C1F2-AEC3-69ECCD77AC4E}"/>
                  </a:ext>
                </a:extLst>
              </p:cNvPr>
              <p:cNvSpPr/>
              <p:nvPr/>
            </p:nvSpPr>
            <p:spPr>
              <a:xfrm>
                <a:off x="4929505" y="3936766"/>
                <a:ext cx="891541" cy="411463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accent1">
                      <a:lumMod val="40000"/>
                      <a:lumOff val="60000"/>
                      <a:shade val="30000"/>
                      <a:satMod val="115000"/>
                    </a:schemeClr>
                  </a:gs>
                  <a:gs pos="50000">
                    <a:schemeClr val="accent1">
                      <a:lumMod val="40000"/>
                      <a:lumOff val="60000"/>
                      <a:shade val="67500"/>
                      <a:satMod val="115000"/>
                    </a:schemeClr>
                  </a:gs>
                  <a:gs pos="100000">
                    <a:schemeClr val="accent1">
                      <a:lumMod val="40000"/>
                      <a:lumOff val="60000"/>
                      <a:shade val="100000"/>
                      <a:satMod val="115000"/>
                    </a:schemeClr>
                  </a:gs>
                </a:gsLst>
                <a:lin ang="2700000" scaled="1"/>
                <a:tileRect/>
              </a:gra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>
                    <a:solidFill>
                      <a:schemeClr val="tx1"/>
                    </a:solidFill>
                  </a:rPr>
                  <a:t>ε</a:t>
                </a:r>
                <a:endParaRPr lang="en-US" sz="120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12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(Relative)</a:t>
                </a:r>
              </a:p>
            </p:txBody>
          </p:sp>
          <p:sp>
            <p:nvSpPr>
              <p:cNvPr id="214" name="Rectangle: Rounded Corners 213">
                <a:extLst>
                  <a:ext uri="{FF2B5EF4-FFF2-40B4-BE49-F238E27FC236}">
                    <a16:creationId xmlns:a16="http://schemas.microsoft.com/office/drawing/2014/main" id="{B8ABB180-ADA7-3D86-2DDB-1B810671F845}"/>
                  </a:ext>
                </a:extLst>
              </p:cNvPr>
              <p:cNvSpPr/>
              <p:nvPr/>
            </p:nvSpPr>
            <p:spPr>
              <a:xfrm>
                <a:off x="4913808" y="5543690"/>
                <a:ext cx="891540" cy="411463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accent6">
                      <a:lumMod val="60000"/>
                      <a:lumOff val="40000"/>
                      <a:shade val="30000"/>
                      <a:satMod val="115000"/>
                    </a:schemeClr>
                  </a:gs>
                  <a:gs pos="50000">
                    <a:schemeClr val="accent6">
                      <a:lumMod val="60000"/>
                      <a:lumOff val="40000"/>
                      <a:shade val="67500"/>
                      <a:satMod val="115000"/>
                    </a:schemeClr>
                  </a:gs>
                  <a:gs pos="100000">
                    <a:schemeClr val="accent6">
                      <a:lumMod val="60000"/>
                      <a:lumOff val="40000"/>
                      <a:shade val="100000"/>
                      <a:satMod val="115000"/>
                    </a:schemeClr>
                  </a:gs>
                </a:gsLst>
                <a:lin ang="2700000" scaled="1"/>
                <a:tileRect/>
              </a:gra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US" sz="12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sz="1200" baseline="-25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</a:p>
              <a:p>
                <a:pPr algn="ctr"/>
                <a:r>
                  <a:rPr lang="en-US" sz="12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(cm⁻³)</a:t>
                </a:r>
                <a:endParaRPr lang="en-US" sz="1200" baseline="-25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215" name="Straight Arrow Connector 214">
                <a:extLst>
                  <a:ext uri="{FF2B5EF4-FFF2-40B4-BE49-F238E27FC236}">
                    <a16:creationId xmlns:a16="http://schemas.microsoft.com/office/drawing/2014/main" id="{70E3F9CC-5843-7B6B-242A-2A24442A36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34079" y="3329931"/>
                <a:ext cx="155916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2" name="Straight Arrow Connector 221">
                <a:extLst>
                  <a:ext uri="{FF2B5EF4-FFF2-40B4-BE49-F238E27FC236}">
                    <a16:creationId xmlns:a16="http://schemas.microsoft.com/office/drawing/2014/main" id="{D790D362-241D-8183-F9F8-D676B1706FD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15861" y="4127248"/>
                <a:ext cx="155916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3" name="Straight Arrow Connector 222">
                <a:extLst>
                  <a:ext uri="{FF2B5EF4-FFF2-40B4-BE49-F238E27FC236}">
                    <a16:creationId xmlns:a16="http://schemas.microsoft.com/office/drawing/2014/main" id="{DF8B85BB-8A54-EE39-3B63-404D35403BD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12134" y="4966101"/>
                <a:ext cx="155916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6" name="Straight Arrow Connector 225">
                <a:extLst>
                  <a:ext uri="{FF2B5EF4-FFF2-40B4-BE49-F238E27FC236}">
                    <a16:creationId xmlns:a16="http://schemas.microsoft.com/office/drawing/2014/main" id="{69DFCCDE-19A5-18E7-870A-AB59D5D3639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26289" y="5751699"/>
                <a:ext cx="155916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31" name="Rectangle: Rounded Corners 230">
              <a:extLst>
                <a:ext uri="{FF2B5EF4-FFF2-40B4-BE49-F238E27FC236}">
                  <a16:creationId xmlns:a16="http://schemas.microsoft.com/office/drawing/2014/main" id="{F05AE4FE-F053-20F8-CB07-99D175E0E06B}"/>
                </a:ext>
              </a:extLst>
            </p:cNvPr>
            <p:cNvSpPr/>
            <p:nvPr/>
          </p:nvSpPr>
          <p:spPr>
            <a:xfrm>
              <a:off x="5860829" y="3291248"/>
              <a:ext cx="954773" cy="41492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2">
                  <a:lumMod val="75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0.10,0.50,1.50</a:t>
              </a:r>
            </a:p>
            <a:p>
              <a:pPr algn="ctr"/>
              <a:r>
                <a:rPr lang="en-US" sz="1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(3 values)</a:t>
              </a:r>
            </a:p>
          </p:txBody>
        </p:sp>
        <p:sp>
          <p:nvSpPr>
            <p:cNvPr id="232" name="Rectangle: Rounded Corners 231">
              <a:extLst>
                <a:ext uri="{FF2B5EF4-FFF2-40B4-BE49-F238E27FC236}">
                  <a16:creationId xmlns:a16="http://schemas.microsoft.com/office/drawing/2014/main" id="{D5389E89-26F7-4311-8089-D22F27062C4C}"/>
                </a:ext>
              </a:extLst>
            </p:cNvPr>
            <p:cNvSpPr/>
            <p:nvPr/>
          </p:nvSpPr>
          <p:spPr>
            <a:xfrm>
              <a:off x="5867944" y="4110520"/>
              <a:ext cx="954773" cy="41492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1">
                  <a:lumMod val="60000"/>
                  <a:lumOff val="40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8-18</a:t>
              </a:r>
            </a:p>
            <a:p>
              <a:pPr algn="ctr"/>
              <a:r>
                <a:rPr lang="en-US" sz="1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(Step:3)</a:t>
              </a:r>
            </a:p>
          </p:txBody>
        </p:sp>
        <p:sp>
          <p:nvSpPr>
            <p:cNvPr id="233" name="Rectangle: Rounded Corners 232">
              <a:extLst>
                <a:ext uri="{FF2B5EF4-FFF2-40B4-BE49-F238E27FC236}">
                  <a16:creationId xmlns:a16="http://schemas.microsoft.com/office/drawing/2014/main" id="{2CFE04E7-E9FE-D43A-E6CA-A02A99281F97}"/>
                </a:ext>
              </a:extLst>
            </p:cNvPr>
            <p:cNvSpPr/>
            <p:nvPr/>
          </p:nvSpPr>
          <p:spPr>
            <a:xfrm>
              <a:off x="5860829" y="4948804"/>
              <a:ext cx="954773" cy="41492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5">
                  <a:lumMod val="75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r>
                <a:rPr lang="en-US" sz="1000" baseline="30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16</a:t>
              </a:r>
              <a:r>
                <a:rPr lang="en-US" sz="1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-10</a:t>
              </a:r>
              <a:r>
                <a:rPr lang="en-US" sz="1000" baseline="30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18</a:t>
              </a:r>
            </a:p>
            <a:p>
              <a:pPr algn="ctr"/>
              <a:r>
                <a:rPr lang="en-US" sz="1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(Step:3)</a:t>
              </a:r>
            </a:p>
          </p:txBody>
        </p:sp>
        <p:sp>
          <p:nvSpPr>
            <p:cNvPr id="234" name="Rectangle: Rounded Corners 233">
              <a:extLst>
                <a:ext uri="{FF2B5EF4-FFF2-40B4-BE49-F238E27FC236}">
                  <a16:creationId xmlns:a16="http://schemas.microsoft.com/office/drawing/2014/main" id="{1614F600-0F85-941B-DC03-713E03384F76}"/>
                </a:ext>
              </a:extLst>
            </p:cNvPr>
            <p:cNvSpPr/>
            <p:nvPr/>
          </p:nvSpPr>
          <p:spPr>
            <a:xfrm>
              <a:off x="5860829" y="5738709"/>
              <a:ext cx="954773" cy="41492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6">
                  <a:lumMod val="60000"/>
                  <a:lumOff val="40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r>
                <a:rPr lang="en-US" sz="1000" baseline="30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13</a:t>
              </a:r>
              <a:r>
                <a:rPr lang="en-US" sz="1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-10</a:t>
              </a:r>
              <a:r>
                <a:rPr lang="en-US" sz="1000" baseline="30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15</a:t>
              </a:r>
            </a:p>
            <a:p>
              <a:pPr algn="ctr"/>
              <a:r>
                <a:rPr lang="en-US" sz="1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(Step:3)</a:t>
              </a:r>
            </a:p>
          </p:txBody>
        </p:sp>
        <p:cxnSp>
          <p:nvCxnSpPr>
            <p:cNvPr id="265" name="Straight Connector 264">
              <a:extLst>
                <a:ext uri="{FF2B5EF4-FFF2-40B4-BE49-F238E27FC236}">
                  <a16:creationId xmlns:a16="http://schemas.microsoft.com/office/drawing/2014/main" id="{6A2A0050-772A-616A-B508-CB6391B07E3E}"/>
                </a:ext>
              </a:extLst>
            </p:cNvPr>
            <p:cNvCxnSpPr>
              <a:cxnSpLocks/>
            </p:cNvCxnSpPr>
            <p:nvPr/>
          </p:nvCxnSpPr>
          <p:spPr>
            <a:xfrm>
              <a:off x="147346" y="4893066"/>
              <a:ext cx="770864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69" name="Straight Connector 268">
              <a:extLst>
                <a:ext uri="{FF2B5EF4-FFF2-40B4-BE49-F238E27FC236}">
                  <a16:creationId xmlns:a16="http://schemas.microsoft.com/office/drawing/2014/main" id="{7EE178BC-FDF9-C805-57A3-87115E60F5C1}"/>
                </a:ext>
              </a:extLst>
            </p:cNvPr>
            <p:cNvCxnSpPr>
              <a:cxnSpLocks/>
            </p:cNvCxnSpPr>
            <p:nvPr/>
          </p:nvCxnSpPr>
          <p:spPr>
            <a:xfrm>
              <a:off x="1265276" y="4883688"/>
              <a:ext cx="770864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70" name="Straight Connector 269">
              <a:extLst>
                <a:ext uri="{FF2B5EF4-FFF2-40B4-BE49-F238E27FC236}">
                  <a16:creationId xmlns:a16="http://schemas.microsoft.com/office/drawing/2014/main" id="{3D972ABA-97C4-8093-8002-48D73FF3BCA0}"/>
                </a:ext>
              </a:extLst>
            </p:cNvPr>
            <p:cNvCxnSpPr>
              <a:cxnSpLocks/>
            </p:cNvCxnSpPr>
            <p:nvPr/>
          </p:nvCxnSpPr>
          <p:spPr>
            <a:xfrm>
              <a:off x="2397705" y="4886472"/>
              <a:ext cx="770864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71" name="Straight Connector 270">
              <a:extLst>
                <a:ext uri="{FF2B5EF4-FFF2-40B4-BE49-F238E27FC236}">
                  <a16:creationId xmlns:a16="http://schemas.microsoft.com/office/drawing/2014/main" id="{BA2C151A-0688-C17E-7894-126FD8FF31A3}"/>
                </a:ext>
              </a:extLst>
            </p:cNvPr>
            <p:cNvCxnSpPr>
              <a:cxnSpLocks/>
            </p:cNvCxnSpPr>
            <p:nvPr/>
          </p:nvCxnSpPr>
          <p:spPr>
            <a:xfrm>
              <a:off x="3493713" y="4876166"/>
              <a:ext cx="770864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298018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447</TotalTime>
  <Words>186</Words>
  <Application>Microsoft Office PowerPoint</Application>
  <PresentationFormat>Widescreen</PresentationFormat>
  <Paragraphs>247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Rakib Hossain Sourav</dc:creator>
  <cp:lastModifiedBy>Rakib Hossain Sourav</cp:lastModifiedBy>
  <cp:revision>5</cp:revision>
  <dcterms:created xsi:type="dcterms:W3CDTF">2026-06-26T19:15:48Z</dcterms:created>
  <dcterms:modified xsi:type="dcterms:W3CDTF">2026-09-26T16:14:13Z</dcterms:modified>
</cp:coreProperties>
</file>